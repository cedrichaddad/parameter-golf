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b80c4deb149a7" /><Relationship Type="http://schemas.openxmlformats.org/officeDocument/2006/relationships/extended-properties" Target="/docProps/app.xml" Id="Rf554bfba0cb2453d" /><Relationship Type="http://schemas.openxmlformats.org/officeDocument/2006/relationships/officeDocument" Target="/ppt/presentation.xml" Id="R93fb21390a25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2990548074a01"/>
  </p:sldMasterIdLst>
  <p:notesMasterIdLst>
    <p:notesMasterId xmlns:r="http://schemas.openxmlformats.org/officeDocument/2006/relationships" r:id="R98485553d1034aed"/>
  </p:notesMasterIdLst>
  <p:sldIdLst>
    <p:sldId xmlns:r="http://schemas.openxmlformats.org/officeDocument/2006/relationships" id="256" r:id="R9e773bbf16c04448"/>
    <p:sldId xmlns:r="http://schemas.openxmlformats.org/officeDocument/2006/relationships" id="257" r:id="R775fa1f927704728"/>
    <p:sldId xmlns:r="http://schemas.openxmlformats.org/officeDocument/2006/relationships" id="258" r:id="Ra7334ebda796444c"/>
    <p:sldId xmlns:r="http://schemas.openxmlformats.org/officeDocument/2006/relationships" id="259" r:id="R3dcbb33865c84b1a"/>
    <p:sldId xmlns:r="http://schemas.openxmlformats.org/officeDocument/2006/relationships" id="260" r:id="R58c5d38607294d3d"/>
    <p:sldId xmlns:r="http://schemas.openxmlformats.org/officeDocument/2006/relationships" id="261" r:id="R4531dc97d913440f"/>
    <p:sldId xmlns:r="http://schemas.openxmlformats.org/officeDocument/2006/relationships" id="262" r:id="R615ec05818a544ce"/>
    <p:sldId xmlns:r="http://schemas.openxmlformats.org/officeDocument/2006/relationships" id="263" r:id="R4b2cf5d3b31f4feb"/>
    <p:sldId xmlns:r="http://schemas.openxmlformats.org/officeDocument/2006/relationships" id="264" r:id="R6709029d7ba04181"/>
    <p:sldId xmlns:r="http://schemas.openxmlformats.org/officeDocument/2006/relationships" id="265" r:id="R7748016801084e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2990548074a01" /><Relationship Type="http://schemas.openxmlformats.org/officeDocument/2006/relationships/theme" Target="/ppt/theme/theme1.xml" Id="Rbc33a7b2d1dc409c" /><Relationship Type="http://schemas.openxmlformats.org/officeDocument/2006/relationships/notesMaster" Target="/ppt/notesMasters/notesMaster1.xml" Id="R98485553d1034aed" /><Relationship Type="http://schemas.openxmlformats.org/officeDocument/2006/relationships/presProps" Target="/ppt/presProps.xml" Id="R12a1d3c8e15741d3" /><Relationship Type="http://schemas.openxmlformats.org/officeDocument/2006/relationships/viewProps" Target="/ppt/viewProps.xml" Id="Rc06be846021b4e57" /><Relationship Type="http://schemas.openxmlformats.org/officeDocument/2006/relationships/tableStyles" Target="/ppt/tableStyles.xml" Id="R33887a989cf94edc" /><Relationship Type="http://schemas.openxmlformats.org/officeDocument/2006/relationships/slide" Target="/ppt/slides/slide1.xml" Id="R9e773bbf16c04448" /><Relationship Type="http://schemas.openxmlformats.org/officeDocument/2006/relationships/slide" Target="/ppt/slides/slide2.xml" Id="R775fa1f927704728" /><Relationship Type="http://schemas.openxmlformats.org/officeDocument/2006/relationships/slide" Target="/ppt/slides/slide3.xml" Id="Ra7334ebda796444c" /><Relationship Type="http://schemas.openxmlformats.org/officeDocument/2006/relationships/slide" Target="/ppt/slides/slide4.xml" Id="R3dcbb33865c84b1a" /><Relationship Type="http://schemas.openxmlformats.org/officeDocument/2006/relationships/slide" Target="/ppt/slides/slide5.xml" Id="R58c5d38607294d3d" /><Relationship Type="http://schemas.openxmlformats.org/officeDocument/2006/relationships/slide" Target="/ppt/slides/slide6.xml" Id="R4531dc97d913440f" /><Relationship Type="http://schemas.openxmlformats.org/officeDocument/2006/relationships/slide" Target="/ppt/slides/slide7.xml" Id="R615ec05818a544ce" /><Relationship Type="http://schemas.openxmlformats.org/officeDocument/2006/relationships/slide" Target="/ppt/slides/slide8.xml" Id="R4b2cf5d3b31f4feb" /><Relationship Type="http://schemas.openxmlformats.org/officeDocument/2006/relationships/slide" Target="/ppt/slides/slide9.xml" Id="R6709029d7ba04181" /><Relationship Type="http://schemas.openxmlformats.org/officeDocument/2006/relationships/slide" Target="/ppt/slides/slide10.xml" Id="R774801680108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2786a0f5f6b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e7330b082b4c45" /><Relationship Type="http://schemas.openxmlformats.org/officeDocument/2006/relationships/notesMaster" Target="/ppt/notesMasters/notesMaster1.xml" Id="Rfd1dd7525c19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89d1b657a44e5" /><Relationship Type="http://schemas.openxmlformats.org/officeDocument/2006/relationships/notesMaster" Target="/ppt/notesMasters/notesMaster1.xml" Id="R017f8a85c248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34880e977243fa" /><Relationship Type="http://schemas.openxmlformats.org/officeDocument/2006/relationships/notesMaster" Target="/ppt/notesMasters/notesMaster1.xml" Id="R1cbe25339f9c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31451ecad44f0" /><Relationship Type="http://schemas.openxmlformats.org/officeDocument/2006/relationships/notesMaster" Target="/ppt/notesMasters/notesMaster1.xml" Id="R18813c88145c4b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94b5506c1b44c0" /><Relationship Type="http://schemas.openxmlformats.org/officeDocument/2006/relationships/notesMaster" Target="/ppt/notesMasters/notesMaster1.xml" Id="Raa1a315e8d0e4b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9aa1c1181e4394" /><Relationship Type="http://schemas.openxmlformats.org/officeDocument/2006/relationships/notesMaster" Target="/ppt/notesMasters/notesMaster1.xml" Id="R0f0b7432526540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63bf8b6eb4c86" /><Relationship Type="http://schemas.openxmlformats.org/officeDocument/2006/relationships/notesMaster" Target="/ppt/notesMasters/notesMaster1.xml" Id="Rcc40024d28d545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f98d5bbffc4a0b" /><Relationship Type="http://schemas.openxmlformats.org/officeDocument/2006/relationships/notesMaster" Target="/ppt/notesMasters/notesMaster1.xml" Id="R7c5622e0267d4c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c40be7f4fe413f" /><Relationship Type="http://schemas.openxmlformats.org/officeDocument/2006/relationships/notesMaster" Target="/ppt/notesMasters/notesMaster1.xml" Id="Rd21a2dd40cf34f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b4f0bf7e6942e1" /><Relationship Type="http://schemas.openxmlformats.org/officeDocument/2006/relationships/notesMaster" Target="/ppt/notesMasters/notesMaster1.xml" Id="R2c9b93fd03f8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d64b2d6bc4a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0ce4d8109a44154" /><Relationship Type="http://schemas.openxmlformats.org/officeDocument/2006/relationships/slideLayout" Target="/ppt/slideLayouts/slideLayout2.xml" Id="Rd3ea252588a140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a252588a140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1f16234004581" /><Relationship Type="http://schemas.openxmlformats.org/officeDocument/2006/relationships/notesSlide" Target="/ppt/notesSlides/notesSlide1.xml" Id="Re844b217323c4a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62ca5b22b3480c" /><Relationship Type="http://schemas.openxmlformats.org/officeDocument/2006/relationships/notesSlide" Target="/ppt/notesSlides/notesSlide2.xml" Id="Rd80024b9b961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eb1a8d7fab405b" /><Relationship Type="http://schemas.openxmlformats.org/officeDocument/2006/relationships/notesSlide" Target="/ppt/notesSlides/notesSlide3.xml" Id="R70b6b6b1c7a4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fd8628697453f" /><Relationship Type="http://schemas.openxmlformats.org/officeDocument/2006/relationships/notesSlide" Target="/ppt/notesSlides/notesSlide4.xml" Id="Rddd6918e41b8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47f883d4be4b07" /><Relationship Type="http://schemas.openxmlformats.org/officeDocument/2006/relationships/notesSlide" Target="/ppt/notesSlides/notesSlide5.xml" Id="R6499d3c88c2d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2169712ba4496" /><Relationship Type="http://schemas.openxmlformats.org/officeDocument/2006/relationships/notesSlide" Target="/ppt/notesSlides/notesSlide6.xml" Id="R1ce2d4663ae442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02a89de434961" /><Relationship Type="http://schemas.openxmlformats.org/officeDocument/2006/relationships/notesSlide" Target="/ppt/notesSlides/notesSlide7.xml" Id="Rc1a7e1650ac7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1af2c897b4c81" /><Relationship Type="http://schemas.openxmlformats.org/officeDocument/2006/relationships/notesSlide" Target="/ppt/notesSlides/notesSlide8.xml" Id="Rb7b91e4eec214c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364bd430740d2" /><Relationship Type="http://schemas.openxmlformats.org/officeDocument/2006/relationships/notesSlide" Target="/ppt/notesSlides/notesSlide9.xml" Id="R8d9637952508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ecc4dbf174ffc" /><Relationship Type="http://schemas.openxmlformats.org/officeDocument/2006/relationships/notesSlide" Target="/ppt/notesSlides/notesSlide10.xml" Id="R2381488076cd4b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CF2CE-1530-4F95-83E5-64E1A302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9BECE-112F-4741-BAA2-111602F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B79D5-72E9-42E5-A8B0-3E5A4F1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PARAMETER GOLF SYSTEMS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27CE4-732E-4034-8624-E0E023A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Making 600 Seconds</a:t>
            </a:r>
          </a:p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33B10-BEE5-4091-A210-324F6298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 small-model challenge where runtime, artifact bytes, GPU data movement, and legal evaluation collide.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3B02B-FBCD-4576-98AB-0C324B24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6D4B3-ECFB-4477-89E7-61D8AFB7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3716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SYSTEMS TALK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D6821-D726-4E67-B40F-A25C46B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91BDC-DE5B-4A69-A59E-3FC649A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5287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 A WIN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157A0-4452-4C21-A7D0-E309403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52F47-F9D8-4CD5-A7F4-EEA55413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0746D-2ACE-4FD6-B8D6-1973319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90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600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3E20-B90B-42E5-B040-86E688DB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RUNTIME 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587E3-881C-49AD-9178-854531E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clock changes which kernels and data paths are viable.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20B39-941A-420A-A0D3-800CBB1C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47CCA-35D0-4DDE-909A-36C34945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74F2B-232B-4DC1-AEDA-BECBA96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16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5B4D7-4212-4ED5-9E26-6106EEE3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rPr>
              <a:t>ARTIFACT 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70B39-ABFA-418D-A207-899D1C9B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Export bytes and hashes are part of the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C4997-8CB6-41FB-816C-4A93FCB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2B97F-B855-4C80-8804-FFB078EF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B0560-7723-4F5A-9323-BCC3BFF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1.05651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26440-8518-46E1-9CED-94A8E260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822B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D9822B"/>
                </a:solidFill>
                <a:latin typeface="Aptos Mono"/>
                <a:ea typeface="Aptos Mono"/>
                <a:cs typeface="Aptos Mono"/>
              </a:rPr>
              <a:t>FRONTIER BPB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07FCB-DA57-4D74-8E6E-CD63E7A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Quality is not solved yet.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F391A-AB1D-4737-98D5-0DA03A9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B4976-B65F-48D2-BDD7-B501299C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Thesis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AC18D-13CA-4939-833E-412D17E4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435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When the budget is this tight, kernel boundaries become part of the algorithm.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2FF40-C990-4AEA-A7B0-11E4C11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D5C94-A205-43F9-9BF2-5EA3251C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52954-56E6-4166-8279-28C3B71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85725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D7476-6D1C-4138-86A9-BBD4266F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90F9E-F9B1-4FE2-8AFC-72A94575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B2D61-82A0-4C94-9472-FED03B5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Parameter Golf is a systems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345F7-974A-4874-9BF6-3916A5B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same design has to satisfy quality, runtime, bytes, data residency, and evaluation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A1951-20C8-4902-93A3-561277A5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D557E-5806-4106-8AE0-43CF8F4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CA982-46DB-4237-9D8C-0723930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A002-C932-4608-AE21-EC800BB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81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612DB-FE69-4972-962F-D7A39DE0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81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600 s train and eval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F16D7-BC23-4312-8182-0FA2DE6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0104B-BBF8-4F69-9E6B-0AF2498D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9481E-C777-4629-813C-0ED07908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9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rPr>
              <a:t>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69AD4-BF3B-4CA3-815D-4030BAC3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90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16 MB artifact 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5C14E-F787-4FBE-8E1F-7067AD3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7A0B-924D-4028-8471-34E9154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BB3A1-AA5C-4F54-B86A-0E5CB8F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81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9822B"/>
                </a:solidFill>
                <a:latin typeface="Aptos Display"/>
                <a:ea typeface="Aptos Display"/>
                <a:cs typeface="Aptos Display"/>
              </a:rPr>
              <a:t>BPB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5A969-C74E-45FA-9653-7EDF253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81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full-validation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F7B99-CA51-4C92-A01A-9EDA413B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00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50602-4EF7-4C1B-A286-B5C3F37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005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3DF09-8402-4057-98D7-E59715D6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2413D"/>
                </a:solidFill>
                <a:latin typeface="Aptos Display"/>
                <a:ea typeface="Aptos Display"/>
                <a:cs typeface="Aptos Display"/>
              </a:rPr>
              <a:t>LEGALITY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7F821-CA0B-4A3D-8332-2A87E74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010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score-first eval and data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8150F-4E57-46FC-A5C4-A7ED1E1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One design surface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C45FD-6649-453D-A899-2B1B6FE6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6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D2D39-C919-43C5-83B8-6E41716F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Context length, TTT, and quantization affect both speed and 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456A9-6B63-496A-9747-A58AA1F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86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5178E-129C-43C6-8198-C00431D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007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residency and kernel boundaries decide whether the run fits.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AF0CC-CFAB-4C68-8D6A-EA9CABE0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E1B34-7947-4F1E-8745-A7DCEBB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7C971-5589-4417-8A20-4448B756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4116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08C70-FB20-4742-AC5B-9E893F1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8E8DF-8A40-4643-9133-FA14BDD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THE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6A937-44AA-4ABD-A738-5AD20E0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custom runtime with audit hooks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EDF26-5450-44A0-A287-0F0B04F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project moved hot-path choices into measured runtime profiles.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90F7A-320B-4E16-93B4-E752833F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567BB-0CD4-4F6E-BC8F-3E4E5DE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5B311-39F9-4267-A0B3-9596098C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790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50E31-34A6-4784-A32F-A807D6CA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C1307-CFA5-4E35-ADD2-2EDE5BD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CaseOps audit, sidecar hashes, device token 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C5ABD-D8AB-4602-9F3F-91823E6D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C84DB-A73A-471E-AF2E-C34D77E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790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6026F-59DF-4614-B6D8-37E182BF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BD4CB-2B55-4A36-B71A-7153D5E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RunSpec profiles, BF16 chain, graph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03A0B-3DE6-496E-A3B9-0247EEF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2038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AD596-041E-4655-9F3F-E66CECD0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2038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6A64B-F5B3-4B91-8442-E50B0D9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GPU kernels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8F544-217D-422D-B49E-50E335D7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695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cuDNN BF16 SDPA, cuBLASLt GEMMs, custom QKV/XSA/recurrent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15B08-537F-4614-8DA1-3D0BA0FC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32F12-AAD2-4731-A3B8-15AA5DE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790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5F1A5-B83D-4C3A-BFD1-24B38F29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Optimizer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A3022-7A0C-4DAC-8CCF-0EBC5CF7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7660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sharded Muon, graph regions, byte-aware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5D5A9-8813-4315-A2F6-C754C192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790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95CB6-9560-4E0B-8734-410C019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790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3099F-7C0A-4D73-B39A-7FB4922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956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C3C80-EA6E-4DF4-A02C-CE15EF9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timing, BPB, artifact bytes, hashes,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30647-6B0D-483E-B50B-E27CCE9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A7A1D-A237-4441-970D-50F558D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099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0C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D0C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37B1C-19E7-43A9-9F05-76DFD79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8D1F7-F100-4DE0-A58D-21A5714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99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0C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D0C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EFD6C-27C2-416E-8710-910E665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05FC5-68CD-46AF-B062-4821760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99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0C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D0C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93508-1342-4010-B379-CD4177CB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FB431-F4FF-4F96-9640-805CE8C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9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0C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D0C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1E4224-2935-4B85-997B-ABE40B3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925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BDF5CA-8223-4487-8EC0-34ED267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43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What changed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9B6AA-F3B2-4421-8565-F8619D4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run now explains which profile ran, where time went, and whether the result can be checked.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F0A7B1-D6B2-4845-A986-50A3B547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A66AE0-1F6D-4F16-92F3-5090F39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C189A-195B-4ED8-A1C4-F15B332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27874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36AB3-82F8-4DBE-9FC1-A5BED67A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B1E85-6A15-4671-9420-4454748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53E99-6BB9-4BF7-9CB4-C74305A9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Speed became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CDFC9-497B-4FD0-995D-68F4486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clean exact path is close to the target; the sub-target all-ST result is diagnostic.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1D51E-4C6B-4E89-A692-F83965E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C811-4D94-49DA-A56D-15B4933A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03822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50089-FDFF-4C6D-A206-F036BC9F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86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Broken real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5F21-4F47-485D-AD9E-0FE28288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4C650-6768-421A-AC6C-054E3AE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133F1-0E72-448E-9ACA-66FC7E7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91218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CEF3D-BB7A-4E6C-9BBE-B17218A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66CE3-DAE7-447D-94EB-BB7270A0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REAL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3B393-9F15-4B87-B39B-04AE45A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Old clean floor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507F9-0561-4068-8DDD-A2441BF9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86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DEDE8-AF9A-410A-A891-0AE96D15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86150"/>
            <a:ext cx="240613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0BCBD-B19E-454E-B787-D2A759B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256.787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30D9B-93EF-4BE6-89FE-52CBDE0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956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8E77C-C8B7-4B87-9375-76301166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CLEAN 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79C4F-7D16-40AE-9EE1-694B814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Clean exact proxy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13B03-B76D-41D8-94C2-FF5C3103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3D8ED-E659-495B-8CD7-7B0B0C1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1359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64506-13F5-405F-B851-68BE80B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137.735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91038-37AA-48F3-BF12-6BBA24A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C8B64-6AB5-4F65-A03D-FF257E27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RECORD-SHAPED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2EA3D-3F78-48ED-9B0A-B5500656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Short exact probe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1FA12-A99F-4026-9524-939DF12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4AD15-C409-4775-BE50-9FB56D3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2101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0CEB65-0C64-4C78-A2A7-7A2BAA2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127.110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AEE2C0-E68E-4F45-8B5F-225353B3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957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CF5B4-F9C0-4CED-B6C3-472D04B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SHORT PROBE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59A34-DBDA-43FB-BA97-7F57B4D6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All-ST quality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0DEF81-246C-4BEE-87BE-EB8623BE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3C8436-BAB7-4E96-A4AD-78BB2F3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206707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FE2F2B-7A42-4E66-80BD-B1109E5E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117.499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48F057-BCBA-4126-981E-F20F43C0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9582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4B449-6A58-4DF1-9762-00BC3CA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DIAGNOSTIC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656A1C-3F67-4356-8E0A-894040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Target: &lt;=120 ms/step median, p90 &lt;=125 ms on the exact #2135 profile.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FC2272-70F9-4ECD-BD1A-746A73D6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273034-2B5A-4F73-B223-E281EB1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1C201B-EF2B-4749-B58B-E9C0AC9C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9827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8715A-EBFE-474C-9B44-A1468D7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DDF13-D4D2-41C4-86EA-5652FD86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STEP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4CEF0-5F6A-4278-8E7C-157CC68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remaining time is concentrated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CAEC6-DF33-4E92-A9E5-3554834E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Active recurrent replay is the difference between near-target and above-target.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170A2-D3DE-497C-90F6-036AEB23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C5B52-501B-45B3-8131-4AC69F4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143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24869-620C-4987-9179-5E4303F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Clean exact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5EF1B-5B0D-400D-80CA-D82C3D1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rPr>
              <a:t>137.735 ms/step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D5A70-9E82-4713-88EA-73DDB994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379530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356F-828D-4E3E-ABBC-6EA8A6B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58" y="3886200"/>
            <a:ext cx="321807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A62C5-94C9-47FC-911B-B280378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65" y="3886200"/>
            <a:ext cx="70299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14363-5348-42B4-94B9-3BA85373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64" y="3886200"/>
            <a:ext cx="989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A3D68-1686-4750-899A-78A51FD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91A66-0DF6-4B9D-A44D-59D620A8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backward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A642D-46DF-4AFA-896B-784FA59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121.959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9FBD1-5CB2-4520-8724-1F8A614D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0CDEE-C1C9-49D0-A0E8-E3A2AB0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bank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E89D4-9163-4775-A60F-D358C89E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10.341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A6D93-0BCB-42C8-80EB-11F42BC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EC6C0-0DE7-4426-A5EA-D0A0BE5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non-bank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4A0DD-9BC9-41DD-8C9A-19B0F69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2.259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C8617-7EE0-47DC-8ECB-2D54152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4E5D9-A0F2-48D4-8609-21E4C05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D1E0D-06FA-434E-ABA1-3CF79CD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3.181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813A1-6B6E-4263-98C3-2C7695B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4953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0A58D-4E1D-4D88-822B-617DBA2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Active recurrence is the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D184D-D29C-4FFF-9D65-9A05035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inactive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1958D-E730-4ADF-B6A7-C37E2309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5934D-4D0F-4EA5-A463-23A4D91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162548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ED77B-5249-4552-BA0B-C845154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120.963 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B57A1-4C0B-45E9-928C-ACD76A4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68FEA-0730-4430-B4E1-AC2B1653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3662E-078D-4632-800C-39C4075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27C30-5D4F-4AC6-8D32-D441FE14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148.852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48BE5F-E982-4A74-87A2-C855F69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7205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Small flags are no longer enough. The next cut has to reduce exact recurrent replay.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99E0B-DD6C-4905-9230-D2506EEA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2A8F0-DFC2-4999-838A-5479D95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DB3C3E-3835-4C70-B994-A69E773E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5093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C06D7-C61A-4D05-B644-894D6354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8EDF6-6442-4A3A-9B4F-5B4B4D98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RUNTIME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7708-DD7B-455C-8D51-38B0023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checks that worked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60A46-A3BD-4A56-8799-BB22A63C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strongest contribution so far is making the fast path measurable and enforceable.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7792-35BE-42BA-A342-BCE7FBB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46190-7BF5-4855-B92A-968FD68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F11C7-B007-4227-A6A7-1F55DA22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BB0A0-383E-4C12-8EB5-1007B293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CCD79-C358-45E6-BA66-E82F1D5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rPr>
              <a:t>HOST BATCH COPIES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C52DE-FFD4-4079-BA3B-CE1714A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Device-resident token ring removed per-step host batch construction.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20CBD-3226-4309-9870-322A6EA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AF226-6E90-4F90-A6FF-7848E68A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ED1E4-49CC-452A-BCB4-A9EBEEE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8734D-C141-480C-A92A-5DFD7511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0A8F64"/>
                </a:solidFill>
                <a:latin typeface="Aptos Mono"/>
                <a:ea typeface="Aptos Mono"/>
                <a:cs typeface="Aptos Mono"/>
              </a:rPr>
              <a:t>BF16/F32 BRIDGES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D503F-8719-41B7-87ED-E30ADBF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Runtime counters replaced static precision readiness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3B57D-3BD3-4006-8687-4E27ED7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4A48F-64B8-4601-A00D-BFC080B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DFD95-0F6A-41CB-BEA6-B2E497E1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no-loss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88EAA-BABB-4E70-906B-1582BF58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BACKWARD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EB506-321D-429D-85CB-57DABA9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Captured backward path reduced launch overhead.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A7092-2142-4A6C-89C6-FA249EF9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296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7960C-8615-42B9-A92C-6F5C265F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E7B96-DAA6-4EB1-B55C-1CA52FD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run now has evidence for speed, data residency, precision, and export checks.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FAE09-79B5-4E90-9E20-08A0AE63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E6920-94DE-4FC5-B798-A36C0E9C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66C28-9D6B-469B-B0C1-D775300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74327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35E08-7041-44AE-90A7-41864EE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BDDC6-EAA7-4819-8EE4-F96380F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KERNEL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5A2C9-71B2-44D5-B994-9A2EA570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Several fusions landed; the biggest ones are still 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314DD-40DD-4CD8-B428-FDABA1F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implemented work is useful, but whole-block persistent CTA and true XSA-inside-SDPA are not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FB18A-75D8-475F-9066-1F32CD1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E813-7991-4F7A-B516-289655E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953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E4C8D-DC56-48E1-897B-68F980EF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DAA10-290A-4E31-A2BD-FAF58BC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A8F64"/>
                </a:solidFill>
                <a:latin typeface="Aptos Display"/>
                <a:ea typeface="Aptos Display"/>
                <a:cs typeface="Aptos Display"/>
              </a:rPr>
              <a:t>Landed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AC423-730E-4923-A7A1-274673A1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1EC26-C1A4-4488-B5A8-CF0F8FA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BF16 direct-compact backward 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B9B4-085E-49CE-89B9-68D6EBE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5CBFF-B6DE-46C4-AAF3-DCD1E32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QK/RoPE/q-gain and QKV tail 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999A9-2451-40BF-B045-DBC35ACA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719DC-F5E1-49B0-BF2A-C84F1E09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Adjacent SparseAttnGate/XSA BF16 variants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143D1-7B6E-4BC3-984C-0536FDF9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3CDA5-8761-497C-84B0-52D4A8A8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BigramHash merge + fused backward, spec-gated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22DBB-A28D-467E-A255-60BF7BD9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F0B70-E034-4515-A5A7-BD6572B1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Exact recurrent boundary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B2EF9-3556-400B-873D-8FE8970B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BD548-786F-4352-BD53-197B882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Quant layout metadata and fingerprints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2266E-8043-4BCC-AB1F-C8F6B45B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953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1E976-8A96-48B0-8AD5-EF63DB8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2ACCD-F7C5-4793-9C69-964E0713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2413D"/>
                </a:solidFill>
                <a:latin typeface="Aptos Display"/>
                <a:ea typeface="Aptos Display"/>
                <a:cs typeface="Aptos Display"/>
              </a:rPr>
              <a:t>Still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133C-7105-40AF-9DBB-1423867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79C08-D3FE-4213-8AC1-D6B88842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Persistent-CTA whole-block backward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4C657-7670-471C-B4CC-94F2684C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43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23358-F62E-4E20-A9BB-4FA8216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True XSA inside SDPA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70661-C7F2-41AB-BBFA-1BD2B70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B98A6-E121-4C81-BF9A-99DAF29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Full train-step CUDA 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5DCF9-6D30-437A-8610-A19200E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865C6-1430-4B40-8F89-E02EA38D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148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Generated quant kernel compiler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66CC9-11A6-4291-B982-1F50E38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72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E19F3-2944-49B0-B9DF-365793A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Full record-ready BPB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D2D18-7451-4137-B0BA-911E1D3C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3D53F-C5C1-4828-A4DF-287D7C30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70D0F-4293-431B-9E6D-79BF845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9249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C72CF-09D7-4B8D-96A5-A5ED8E6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258CF-C717-4D70-AF27-A6B17D35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3FA38-C8D6-491F-BE22-1254599C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Speed exposed the next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E1C16-E430-462B-8542-08C577C6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BPB numbers are not competitive. They show that timing alone is not the finish 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E9E46-C377-40E0-A443-4D9E0200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6236C-6456-4C51-AE48-E4CCD5E9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309F8-7074-4C29-8074-73DFBA1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2B223-5D99-4AB4-9533-89DFDBA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~1.05651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0C7E5-E38A-4B29-8BFB-78558F2F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FRONTIER BPB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25557-BC9C-42D0-BD28-DE1B30B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#2135 target remains the quality bar.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D8086-429A-401D-AC94-8BE64B9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B6327-DAE9-4F11-9047-193FF7C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2FF64-75B9-4AAD-B834-E1EA9BBE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2.254799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853C5-E1DD-43C2-A0DD-DEA8C4BD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C2413D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C2413D"/>
                </a:solidFill>
                <a:latin typeface="Aptos Mono"/>
                <a:ea typeface="Aptos Mono"/>
                <a:cs typeface="Aptos Mono"/>
              </a:rPr>
              <a:t>HYBRID-ST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5BFF2-8491-4EC8-856C-DF6C4AA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Fast enough to diagnose, not good enough to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C9400-3C2F-4E98-9C3D-EA1C8A5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B9685-27CD-4196-A413-F7B686D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50AE8-7AE3-4C02-B031-7730E21E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2.438243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DA10B-803A-45E8-BB31-63628C8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C2413D"/>
                </a:solidFill>
                <a:latin typeface="Aptos Mono"/>
                <a:ea typeface="Aptos Mono"/>
                <a:cs typeface="Aptos Mono"/>
              </a:defRPr>
            </a:pPr>
            <a:r>
              <a:rPr sz="735" b="1">
                <a:solidFill>
                  <a:srgbClr val="C2413D"/>
                </a:solidFill>
                <a:latin typeface="Aptos Mono"/>
                <a:ea typeface="Aptos Mono"/>
                <a:cs typeface="Aptos Mono"/>
              </a:rPr>
              <a:t>EXPORTED ALL-ST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34313-315C-473D-A8FD-86A3761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338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Post-export quality was worse.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36FA2-54C1-4061-8F94-6F8AF306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906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C4429-91C9-4F89-8A3F-A21634B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53050"/>
            <a:ext cx="1123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EAE12-9150-48D7-B850-F2219AD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00675"/>
            <a:ext cx="1123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773B0-44A2-4A77-9817-8E139D57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systems stack is now fast enough to reveal quality and export failures directly.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3D22D-644D-4B87-A674-6EDEBCCD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84220-7A76-44E5-825F-C7BAB88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EFC87-6728-4A8B-A66B-957DE6F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49378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951C8-A34B-42CB-A8FC-8C94639A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472EA-6271-479D-96BC-FD045F15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COMPILER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D3EAE-F2FE-47F6-A295-EDF6C05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Why this was not automatic compiler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80BE6-70C0-4519-9126-76AB319E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torch.compile can fuse many graph patterns. These changes cross boundaries that ordinary PyTorch does not expose as one region.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BD973-062E-4E09-A25A-DF9F6FB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FAE54-4126-477A-87A2-8C42530F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85F1D-C6B1-4681-BE84-9FC16539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3D6D-0B9D-4B6F-BAB1-4676C89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Library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98554-A60C-48C0-8072-E16A88D7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cuDNN SDPA and cuBLASLt are not transparent graph regions.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908EE-7CD0-4769-A61B-1FF5D9D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6A44F-D10C-4CB5-A1B7-6E57443B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44321-09CF-4F8C-991F-65DFB26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Runtime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DE675-D37C-4CBA-B42B-FA1982B2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766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Profiles control BF16 layout, graph capture, recurrent replay, and audit gates.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A724A-56DC-4F38-BEB0-59DD0912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5398F-04A7-4CD9-99B9-DDC1A57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122B2-AD1A-4149-AD58-F97BA49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Custom layouts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1D0DB-072D-48D3-9EB4-14B798F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Packed BF16 activations and export bytes affect legality and speed.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1C152-BAFE-4472-AA18-D97FF5C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937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6566F-2F46-4025-8986-A434581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76850"/>
            <a:ext cx="1562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DFE82-7FA6-4C4F-89A9-F5D0151C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24475"/>
            <a:ext cx="1562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CAREFUL 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4A03A-7DB3-4E6A-88D4-3ED3552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00650"/>
            <a:ext cx="622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Not impossible for compilers; just not automatically recovered from ordinary PyTorch code without custom-op integration.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E8F60-C359-4D82-A862-075301B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91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0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FACA3-BB28-4E09-A864-0D5AC70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Sources: torch.compile API/troubleshooting and torch.library custom-op docs.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4AB94-140C-4C0C-9C4C-181CDAE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7BFBE-9F7B-483F-A19B-828AD27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667BD-8F63-451C-9C9A-49E839F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45224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134E7-8B31-41E9-954A-B980AF2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CC234-A3A2-4266-8AD8-F4F25A4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D6CDF"/>
                </a:solidFill>
                <a:latin typeface="Aptos Mono"/>
                <a:ea typeface="Aptos Mono"/>
                <a:cs typeface="Aptos Mono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48F42-4C45-4B99-8964-3432D88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finish line is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56074-3DC9-42CC-A76E-A58ED0F0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The project is close on systems throughput, but it still needs quality, artifact, and full-run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5436C-8E6C-4837-A0B5-4F7370F1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3BE7E-4E58-456B-9CC1-2A372163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986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DC12E-ACC7-4BA5-ADDF-A2DD316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52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B7E2C-44EE-462C-B3F5-87C35B9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C70D1-D1FA-4FC4-A5A0-BDBB8601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24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Cut exact active recurrence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5A31B-E4D8-46D4-A823-2FE7808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Reduce recurrent replay enough to clear &lt;=120 ms/step.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B9942-94B1-4C87-97B6-E56FD67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86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B418F-73E4-4BF4-ABB3-33B63B5A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552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C183E-FBE4-4441-8A76-25B866AA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DC02B-BE02-40F0-875A-370F220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671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full train/eval/export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FDB27-32F3-4FDC-8BFE-5C6427D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Canonical data, no validation truncation, final audit after export.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610C9-4265-467F-92CA-0405C0D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986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CD684-87A9-4262-90B3-A2FE194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52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53B91-4057-4674-AF56-79A8E0FB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D4F54-4B07-4433-A035-712523D4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Prove artifact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0DC46-80EA-4372-B833-5F1B3E8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2910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Report decimal bytes and hashes under the 16 MB cap.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02BCD-80FC-4EC0-AA58-D1D2BED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986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1BD8E-41B8-440C-8792-4788908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552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55A97-79E5-4A46-8DE1-BFBB1042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8157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48E91-C232-41D0-B114-488B5159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Validate BPB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70D2E-EC90-4945-B610-CE34911A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Use full validation and three seeds before any win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C6F19-57E0-4921-B4CE-993E37A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2930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70E67-E716-4563-ACBC-0EC799D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7692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BOTTOM 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DF4D2-BB31-4B00-AECE-325FDA5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We have not won yet. We built the measured systems stack that shows what remains.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71156-885F-4728-B302-27FD424E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D42EC-F5D8-46F1-A88B-70EA051C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0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09D"/>
                </a:solidFill>
                <a:latin typeface="Aptos"/>
                <a:ea typeface="Aptos"/>
                <a:cs typeface="Aptos"/>
              </a:rPr>
              <a:t>Rust/CUDA Parameter Golf systems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03497-005D-48BD-9C83-6528F18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87909D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5057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2026-05-20T06:31:49.9230000Z</dcterms:created>
  <dcterms:modified xsi:type="dcterms:W3CDTF">2026-05-20T06:31:49.9230000Z</dcterms:modified>
</coreProperties>
</file>